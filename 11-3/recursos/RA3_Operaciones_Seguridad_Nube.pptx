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RA3. El foco es evaluar proveedores con base en cómo responden a incidentes, así que primero hay que entender amenazas, riesgos, leyes y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ruta del RA3. Cada bloque tiene ejemplos y casos prácticos.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broker es útil para organizaciones sin personal experto en nube. También existen brokers de seguridad (CASB), que se ven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Shadow IT: cuando los empleados usan servicios en la nube sin que TI lo sepa. Es un riesgo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Deje claro que sin vulnerabilidad la amenaza no puede causar daño, y que el riesgo es una medida (se calcula).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a los estudiantes que clasifiquen noticias recientes de ciberataques en estas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riesgos no significan que no se deba usar la nube: significan que hay que gestionarlos.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Otros controles: revisión automática de configuraciones (CSPM), monitoreo continuo, capacitación contra phishing y SLA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Recuerde que arreglar una falla en el diseño cuesta mucho menos que arreglarla cuando la app ya está publicada.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el ejemplo sin enseñar a atacar sistemas reales: el objetivo es que como futuros técnicos programen de forma segura. Recalque que probar esto en sistemas ajenos es delito (Ley 9048).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identidad es el nuevo perímetro: en la nube ya no hay una pared alrededor de la red, así que la protección gira en torno a quién es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el Cotidiano N.º 5, donde se analiza este tipo de riesgos del colegio.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proceso se repite siempre: los riesgos cambian cuando cambian los sistemas o aparecen nuevas amenazas.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Recorra la matriz con el grupo. Pregunte cuál atenderían primero (el de nivel más alto) y por qué. Es el mismo formato del Cotidiano N.º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gobernanza nadie sabe quién decide sobre los datos, y en un incidente nadie se hace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espera que memoricen artículos, sino que sepan que existen estas leyes y a qué obligan: proteger, pedir consentimiento y notificar incidentes.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Pregunte: ¿para qué pide su número de cédula una tienda cuando compran algo? Discuta la minimización.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SECaaS es parte de la familia XaaS que vimos en el RA1.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investiguen cuál de estos servicios usa el colegio o una empresa conocida.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que la discusión se vuelva de 'marcas favoritas': lo importante es evaluar con criterios.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Recalque el criterio de respuesta a incidentes, que es el foco del RA3.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relación con el proveedor no termina al firmar: hay que administrarla todo el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Haga el cálculo del proveedor B en la pizarra: 4×0,25 + 5×0,25 + 4×0,20 + 3×0,15 + 4×0,15 = 4,10. Aunque A es más barato, B responde mejor a incidentes. Es la base del Cotidiano N.º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ataques de 2022 a instituciones públicas costarricenses son un ejemplo cercano de por qué se necesitan planes de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las 6 fases. Las siguientes diapositivas desarrollan un caso completo fase por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Resuelva el caso con el grupo antes de mostrar las respuestas. Es el mismo escenario del Cotidiano N.º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a los estudiantes redactar el mensaje para la dirección (máximo 6 líneas), como en el cotidiano.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la unidad conectando todo: amenazas y riesgos → controles → proveedores → respuesta a incidentes.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como salida de clase o como repaso antes de los cotidianos 5 y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el proyecto CloudSegura CR, que integra los tres resultados de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0E7C86">
              <a:alpha val="70000"/>
            </a:srgbClr>
          </a:solidFill>
          <a:ln w="12700">
            <a:solidFill>
              <a:srgbClr val="0E7C86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91440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UNDÉCIMO 11°-3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 seguridad en la nube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Amenazas, riesgos, gobierno de datos, proveedores y respuesta a incidentes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 3: Evaluar la oferta de proveedores con respecto a la respuesta de incidencias por medio de las operaciones relacionadas con la seguridad en la nube.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aprendizaje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 broker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intermediario entre clientes y proveedores.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Amenazas y riesgos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 y cómo reducirlo.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 seguro e identidad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seguras y modelos de identidad.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Administración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riesgos, gobernanza, leyes y privacidad.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SECaaS y proveedores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Seleccionar, evaluar y administrar proveedores.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Respuesta a incidentes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fases para actuar ante un ataque.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broker, amenazas, riesgos, desarrollo seguro e identidad.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de cloud broker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cloud broker (intermediario de servicios en la nube) es una persona, empresa o plataforma que actúa entre el cliente y uno o varios proveedores de nube: ayuda a elegir, contratar, integrar, administrar y asegurar los servicios.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Intermediación: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valor a un servicio: seguridad, reportes, gestión de identidades.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servicios de varios proveedores en una sola solución y factura.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Arbitraje: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dinámicamente el proveedor más conveniente por precio o rendimiento.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una agencia de viajes: en lugar de comparar usted mismo aerolíneas y hoteles, la agencia busca las mejores opciones, las combina en un paquete y le ayuda si algo sale mal.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CASB: bróker de seguridad de acceso a la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CASB (Cloud Access Security Broker) es una herramienta que se coloca entre los usuarios y las aplicaciones en la nube para aplicar las políticas de seguridad de la organización.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descubre qué apps en la nube usan los empleados, incluso sin autorización (shadow IT).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accesos desde dispositivos o países no permitidos.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fugas (DLP):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subir datos confidenciales a servicios personales.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amenazas: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comportamientos raros, como descargas masivas.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empleado intenta subir la base de clientes a su Dropbox personal. El CASB detecta que el archivo tiene números de cédula, bloquea la subida y avisa al encargado de seguridad. Ej.: Microsoft Defender for Cloud Apps, Netskope.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Amenaza, vulnerabilidad y riesgo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puede causar daño: atacante, malware, error humano, desastre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1098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</a:t>
            </a:r>
            <a:endParaRPr lang="en-US" sz="2900" dirty="0"/>
          </a:p>
        </p:txBody>
      </p:sp>
      <p:sp>
        <p:nvSpPr>
          <p:cNvPr id="10" name="Text 7"/>
          <p:cNvSpPr txBox="1"/>
          <p:nvPr/>
        </p:nvSpPr>
        <p:spPr>
          <a:xfrm>
            <a:off x="4521098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 que puede aprovecharse: clave débil, sin parche, mala configuración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7797" y="146304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10677" y="160020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8310677" y="2788920"/>
            <a:ext cx="31494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ladrón (amenaza) aprovecha una ventana abierta (vulnerabilidad); el riesgo depende de qué tan probable es que pase y de cuánto se puede perder.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nube: un atacante (amenaza) aprovecha una base de datos pública por error (vulnerabilidad); el riesgo es alto porque es fácil y expone datos de miles de personas.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amenazas en la nube (con ejemplos)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errónea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bucket con fotos de clientes queda público por error. Es la causa más común de fugas.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cuentas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correo falso de 'Microsoft' pide la contraseña; el atacante entra a la cuenta.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inseguras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API de una app devuelve datos de cualquier usuario cambiando un número en la URL.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 interna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exempleado con acceso activo descarga la lista de clientes para la competencia.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y ransomware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adjunto infecta la red y cifra los archivos sincronizados.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y abuso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peticiones tumban la web; una cuenta robada se usa para minar criptomonedas.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de usar la nube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ve ni se toca el hardware; se depende del proveedor.</a:t>
            </a:r>
            <a:endParaRPr lang="en-US" sz="19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(lock-in)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Cambiarse de proveedor es caro y lento. ¿Y si el proveedor cierra?</a:t>
            </a:r>
            <a:endParaRPr lang="en-US" sz="19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legal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guardados en países con otras leyes.</a:t>
            </a:r>
            <a:endParaRPr lang="en-US" sz="19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 accidental o ataque sin respaldos separados.</a:t>
            </a:r>
            <a:endParaRPr lang="en-US" sz="19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del proveedor o de Internet: el negocio se detiene.</a:t>
            </a:r>
            <a:endParaRPr lang="en-US" sz="19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reputacional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fuga en las noticias hace perder clientes y puede traer multas.</a:t>
            </a:r>
            <a:endParaRPr lang="en-US" sz="19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riesgos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riesgos es aplicar estrategias y controles para que la probabilidad o el impacto de un problema sean menores. Hay cuatro estrategias de tratamiento: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realizar la actividad riesgosa. Ej.: no guardar tarjetas de crédito; usar una pasarela de pago.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controles para reducirlo. Ej.: MFA, cifrado, respaldos 3-2-1, parches.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Transferir: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pasarlo a un tercero. Ej.: seguro contra ciberataques o cláusulas en el contrato.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asumirlo conscientemente si es bajo. Ej.: una web informativa sin datos personales.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3-2-1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copias de los datos, en 2 medios distintos, con 1 copia fuera del sitio (o en otra región de la nube). Así, un ransomware o un incendio no se lleva todo.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aplicaciones en forma segura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seguro / DevSecOps: la seguridad se integra desde el diseño, no se agrega al final.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0882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0088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y diseño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amenazas: ¿qué datos son sensibles y quién podría atacarlos?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13243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65485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65485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950403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996123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 validar entradas, evitar inyección SQL y XSS, no guardar secretos en el código.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77846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3008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215006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260726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(código), DAST (app funcionando), escaneo de dependencias y contenedores.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42449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94691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94691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7479609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525329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gestores seguros; infraestructura como código revisada.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9607052" y="2194560"/>
            <a:ext cx="2036003" cy="393192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59294" y="18288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25929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744212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789932" y="3520440"/>
            <a:ext cx="1670243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parches, registros y respuesta a vulnerabilidades.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inyección SQL en un formulario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consulta de notas pide el número de cédula. El programador arma la consulta pegando el texto del usuario: SELECT * FROM notas WHERE cedula = ' + lo que escriba el usuario. Un estudiante escribe ' OR '1'='1 y aparecen las notas de todo el colegio.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la aplicación confía en lo que escribe el usuario (no valida entradas).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Corrección: usar consultas parametrizadas; el dato del usuario nunca se mezcla con el código SQL.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adicional: validar el formato (solo números), WAF delante del sitio y mínimo privilegio en la base de datos.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escaneo DAST antes de publicar para detectar este tipo de fallas.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inyección es una de las vulnerabilidades del OWASP Top 10: se previene programando de forma segura.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identidad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685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 es el usuario y qué puede hacer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IAM, Microsoft Entra ID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Directorio centralizado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 las cuentas en un único directorio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 del colegio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 federada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confía en la identidad emitida por otro (SAML, OAuth, OpenID)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"Iniciar sesión con Google"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inicio de sesión para varias aplicaciones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365: Teams, Outlook, OneDrive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IDaaS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identidades contratada en la nube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Okta, Auth0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 según el rol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Docente, estudiante, administrador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Trust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siempre identidad, dispositivo y contexto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condicional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identidad en el colegio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usa Classroom, correo, la plataforma de notas y el Wi-Fi. Cada sistema tiene su propia contraseña, los estudiantes las anotan en el cuaderno y cuando un docente se va nadie recuerda quitarle todos los accesos.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con identidad federada: una sola cuenta institucional para entrar a todo.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MFA: además de la contraseña, un código en el celular.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rol Estudiante ve sus notas; Docente registra notas de sus grupos; Dirección ve todo.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trasladarse un docente, se desactiva una sola cuenta y pierde acceso a todos los sistemas.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la identidad reduce contraseñas, errores y cuentas olvidadas activas.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riesgos, gobernanza de datos, leyes y privacidad.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riesgos: pasos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882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00882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activos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debo proteger? Datos, aplicaciones, cuentas y servidores.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813243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485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65485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950403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y vulnerabilidades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996123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pasar y por dónde podría entrar?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077846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30088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30088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215006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260726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× impacto: bajo, medio o alto.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342449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94691" y="182880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94691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479609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525329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Evitar, mitigar, transferir o aceptar.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607052" y="219456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59294" y="182880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259294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9744212" y="2697480"/>
            <a:ext cx="17616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789932" y="3520440"/>
            <a:ext cx="1670243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periódicamente y actualizar la matriz.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80760"/>
            <a:ext cx="8351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Marcos: ISO/IEC 27005 · NIST SP 800-30 · CSA Cloud Controls Matrix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matriz de riesgos: una clínica dental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91640"/>
                <a:gridCol w="1280160"/>
                <a:gridCol w="1280160"/>
                <a:gridCol w="3822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 y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 de contraseña de recepción (phishing)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Alto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Mitigar: MFA y capacitación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cifra los expedientes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Alto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Mitigar: respaldos 3-2-1 y antimalware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de Internet de la clínica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Medio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Mitigar: segundo proveedor de Internet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de nube cierra operaciones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(3)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Medio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Transferir: contrato con devolución de datos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informativa lenta un día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(1)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Bajo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Gobernanza de datos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conjunto de políticas, roles y procesos que definen cómo se gestionan los datos en la organización: quién es dueño, cómo se clasifican, quién accede, cuánto tiempo se guardan y cómo se eliminan.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sobre el uso del dato. Ej.: Orientación es dueña de los expedientes.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administra técnicamente. Ej.: el encargado de TI o el proveedor.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público, interno, confidencial o restringido.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auditoría: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correctos, trazables y revisados periódicamente.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del colegio: 'Las notas son CONFIDENCIALES. Dueño: Dirección. Custodio: TI. Acceso: docente de la materia y el estudiante. Retención: 5 años después de graduarse. Eliminación: borrado seguro con acta.'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Implicaciones legales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usar la nube, los datos quedan sujetos a las leyes del país donde se almacenan y a las del país de la organización. Hay que conocerlas para no incumplirlas.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Rica: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8968 de Protección de la Persona frente al Tratamiento de sus Datos Personales, supervisada por la PRODHAB.</a:t>
            </a:r>
            <a:endParaRPr lang="en-US" sz="18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Delitos informáticos: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9048 reformó el Código Penal: acceso ilícito, suplantación, daño informático.</a:t>
            </a:r>
            <a:endParaRPr lang="en-US" sz="18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Internacional: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(Unión Europea); CLOUD Act (EE. UU.) permite a autoridades pedir datos a proveedores estadounidenses.</a:t>
            </a:r>
            <a:endParaRPr lang="en-US" sz="18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SLA: </a:t>
            </a:r>
            <a:pPr indent="0" marL="0">
              <a:buNone/>
            </a:pPr>
            <a:r>
              <a:rPr lang="en-US" sz="1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responsabilidades, notificación de incidentes y devolución de datos.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tour operador guarda pasaportes de turistas europeos en la nube. Además de la Ley 8968, debe considerar el RGPD porque trata datos de ciudadanos europeos.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en servicios en la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privacidad es el derecho de las personas a controlar cómo se recogen, usan y comparten sus datos personales. En la nube se protege con principios y derechos.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 informado: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sabe y acepta para qué se usan sus datos.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Minimización: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solo los datos necesarios.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ARCO: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Rectificación, Cancelación y Oposición.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Anonimización: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lo que identifica a la persona antes de analizar datos.</a:t>
            </a:r>
            <a:endParaRPr lang="en-US" sz="19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desde el diseño: </a:t>
            </a:r>
            <a:pPr indent="0" marL="0">
              <a:buNone/>
            </a:pPr>
            <a:r>
              <a:rPr lang="en-US" sz="1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la privacidad desde que se crea el sistema; ISO/IEC 27018.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madre descubre que la dirección de su hijo está mal en el sistema del colegio y pide verla y corregirla: está ejerciendo sus derechos de acceso y rectificación. El colegio debe atenderla.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de seguridad en la nube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como servicio y gestión de proveedores.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como servicio (SECaaS)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contratar servicios de seguridad en la nube a un proveedor especializado, en lugar de comprarlos, instalarlos y mantenerlos localmente. Se paga por suscripción.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 24/7, actualización constante, sin comprar equipos.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e instituciones sin un equipo grande de seguridad.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otro proveedor: hay que evaluarlo igual que a los demás.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cooperativa contrata un filtrado de correo en la nube: cada correo pasa primero por el proveedor, que elimina virus y phishing antes de que lleguen a los empleados.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SECaaS comunes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/ EDR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equipos administrada en la nube. Ej.: Microsoft Defender, CrowdStrike.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y web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de phishing y sitios peligrosos. Ej.: Proofpoint, Cisco Umbrella.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WAF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del sitio web contra ataques. Ej.: Cloudflare, AWS WAF.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IDaaS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identidades, SSO y MFA. Ej.: Okta, Microsoft Entra ID.</a:t>
            </a:r>
            <a:endParaRPr lang="en-US" sz="175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SOC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24/7 de eventos y alertas. Ej.: Microsoft Sentinel, SOC externo.</a:t>
            </a:r>
            <a:endParaRPr lang="en-US" sz="175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automáticas y recuperación. Ej.: Veeam, Acronis Cloud.</a:t>
            </a:r>
            <a:endParaRPr lang="en-US" sz="175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Proveedores de nube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proveedores ofrecen infraestructura, plataformas y software en la nube. Cada uno tiene certificaciones, regiones, precios y herramientas de seguridad diferentes.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grande; detección de amenazas con GuardDuty.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Windows y Microsoft 365; Defender for Cloud.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en datos e IA; Security Command Center.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Cloud, IBM Cloud y proveedores regionales de hosting.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'el mejor proveedor': existe el más adecuado para las necesidades, el presupuesto y los requisitos legales de cada organización.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proveedores: criterios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27001, 27017, 27018, SOC 2, PCI DSS (si hay pagos).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338218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datos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país y región se guardan? ¿Hay región cercana?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8127797" y="14173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17885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16459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incidentes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3317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notificación, soporte 24/7, herramientas de detección.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0316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garantizada y compensaciones.</a:t>
            </a:r>
            <a:endParaRPr lang="en-US" sz="2000" dirty="0"/>
          </a:p>
        </p:txBody>
      </p:sp>
      <p:sp>
        <p:nvSpPr>
          <p:cNvPr id="25" name="Shape 18"/>
          <p:cNvSpPr/>
          <p:nvPr/>
        </p:nvSpPr>
        <p:spPr>
          <a:xfrm>
            <a:off x="4338218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66818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465" y="43031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2618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7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total, incluyendo tráfico, soporte y salida.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8127797" y="393192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6397" y="4160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043" y="4303166"/>
            <a:ext cx="263347" cy="26334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42197" y="4160520"/>
            <a:ext cx="2417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y salida</a:t>
            </a:r>
            <a:endParaRPr lang="en-US" sz="17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recupero mis datos si me voy?</a:t>
            </a:r>
            <a:endParaRPr lang="en-US" sz="2000" dirty="0"/>
          </a:p>
        </p:txBody>
      </p:sp>
      <p:sp>
        <p:nvSpPr>
          <p:cNvPr id="35" name="Text 26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y administración de proveedores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4754880"/>
          </a:xfrm>
          <a:prstGeom prst="roundRect">
            <a:avLst>
              <a:gd name="adj" fmla="val 230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17885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331720"/>
            <a:ext cx="495284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Cuestionarios de seguridad (CSA CAIQ, registro STAR), revisión de auditorías de terceros, historial de incidentes, prueba piloto y matriz ponderada de criterios.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233008" y="1417320"/>
            <a:ext cx="5410048" cy="4754880"/>
          </a:xfrm>
          <a:prstGeom prst="roundRect">
            <a:avLst>
              <a:gd name="adj" fmla="val 2308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61608" y="16459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8856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7408" y="1645920"/>
            <a:ext cx="431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461608" y="2331720"/>
            <a:ext cx="495284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 del SLA, auditorías periódicas, control de costos, gestión de cambios, reuniones de revisión y un plan de salida para recuperar los datos.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para evaluar proveedores (ejemplo)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873752"/>
                <a:gridCol w="164592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Certificaciones de seguridad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respuesta a incidentes (SLA)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 y cumplimiento legal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y portabilidad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ponderado (máx. 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A: 5×0,25 + 4×0,25 + 3×0,20 + 4×0,15 + 4×0,15 = 4,05. B gana por respuesta a incidentes y cumplimiento.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 incidentes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actuar cuando algo sale mal.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1737360"/>
            <a:ext cx="3017520" cy="3017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5603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incidente de seguridad?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de seguridad es un evento que compromete o amenaza la confidencialidad, la integridad o la disponibilidad de la información. La respuesta a incidentes es el proceso organizado para detectarlo, contenerlo y recuperarse.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robada, ransomware, fuga de datos, DDoS, empleado que borra información.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vs. incidente: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intento de acceso fallido es un evento; un acceso exitoso no autorizado es un incidente.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CSIRT: grupo responsable de responder a incidentes.</a:t>
            </a:r>
            <a:endParaRPr lang="en-US" sz="20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Guía: </a:t>
            </a:r>
            <a:pPr indent="0" marL="0">
              <a:buNone/>
            </a:pPr>
            <a:r>
              <a:rPr lang="en-US" sz="2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 define las fases de respuesta.</a:t>
            </a:r>
            <a:endParaRPr lang="en-US" sz="205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Costa Rica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CSIRT-CR del MICITT coordina la respuesta a incidentes nacionales. Tras los ataques de ransomware a instituciones públicas en 2022, quedó claro que prepararse antes es indispensable.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 respuesta a incidentes (NIST SP 800-61)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equipo CSIRT, herramientas, contactos del proveedor, simulacros.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38218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6818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6681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35498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análisis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35498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y clasificar. Ej.: 50 servidores creados a las 3 a. m.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127797" y="146304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56397" y="169164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56397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225077" y="169164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25077" y="246888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el daño: desactivar llaves robadas, aislar la VM.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41605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Erradicación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la causa: malware, cuentas falsas, vulnerabilidad.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38218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66818" y="4160520"/>
            <a:ext cx="731520" cy="73152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6818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435498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5435498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desde respaldo limpio y vigilar.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127797" y="3931920"/>
            <a:ext cx="3515258" cy="2194560"/>
          </a:xfrm>
          <a:prstGeom prst="roundRect">
            <a:avLst>
              <a:gd name="adj" fmla="val 5000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56397" y="4160520"/>
            <a:ext cx="731520" cy="731520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56397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225077" y="4160520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9225077" y="4937760"/>
            <a:ext cx="22808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y mejoras: MFA obligatorio, capacitación.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la llave en GitHub (fases 1–3)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7:10 a. m. La tesorera del colegio recibe una alerta: la cuenta de nube consumió ₡850 000 el fin de semana. En la consola hay 40 servidores nuevos en una región de Asia. El viernes, un estudiante subió a GitHub un proyecto con la llave de acceso del administrador.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7830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(lo que debió existir): alertas de presupuesto, MFA, llaves en gestor de secretos, plan y lista de contactos.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892040" y="274320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310896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78892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análisis: la alerta de costos dispara la revisión; los registros (CloudTrail) muestran que la llave expuesta creó los servidores.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92040" y="4069080"/>
            <a:ext cx="6751015" cy="1188720"/>
          </a:xfrm>
          <a:prstGeom prst="roundRect">
            <a:avLst>
              <a:gd name="adj" fmla="val 6154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443484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4114800"/>
            <a:ext cx="5790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Contención: desactivar la llave, bloquear el usuario, apagar los 40 servidores y quitar la llave del repositorio.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 rápido en la contención evita que el daño (y la factura) siga creciendo.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la llave en GitHub (fases 4–6)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4023360" cy="3840480"/>
          </a:xfrm>
          <a:prstGeom prst="roundRect">
            <a:avLst>
              <a:gd name="adj" fmla="val 2857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2316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contuvo el ataque. Ahora hay que asegurarse de que el atacante no tenga otras puertas abiertas, volver a la normalidad y evitar que se repita.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892040" y="141732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74920" y="161734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16173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46304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Erradicación: eliminar todo lo que creó el atacante, revisar otros usuarios y permisos, rotar todas las llaves.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92040" y="241173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920" y="261175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26117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0" y="245745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Recuperación: nuevas credenciales con mínimo privilegio, monitoreo reforzado y solicitud al proveedor para revisar los cargos.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92040" y="340614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1F7F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74920" y="360616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4920" y="3606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0" y="345186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aprendidas: informe a la dirección, capacitación sobre secretos, escaneo de secretos en GitHub y MFA obligatorio.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92040" y="4400550"/>
            <a:ext cx="6751015" cy="857250"/>
          </a:xfrm>
          <a:prstGeom prst="roundRect">
            <a:avLst>
              <a:gd name="adj" fmla="val 8533"/>
            </a:avLst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74920" y="4600575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74920" y="46005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715000" y="4446270"/>
            <a:ext cx="579089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Comunicación: reportar al proveedor y al CSIRT-CR; si hubo datos personales expuestos, avisar a los afectados (Ley 8968).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67476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544068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bien manejado deja a la organización más fuerte que antes.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10225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Incidentes en la nube: cliente y proveedor juntos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nube, la respuesta a incidentes es compartida. Por eso, al evaluar proveedores, se revisa qué ofrecen para detectar y responder.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y en cuánto tiempo el proveedor notifica un incidente.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registros entrega el proveedor y por cuánto tiempo los guarda.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amenazas, alertas y soporte 24/7 incluidos o con costo.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contiene, quién comunica y quién restaura.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3659"/>
            </a:avLst>
          </a:prstGeom>
          <a:solidFill>
            <a:srgbClr val="D5EEF0"/>
          </a:solidFill>
          <a:ln w="12700">
            <a:solidFill>
              <a:srgbClr val="D5EE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18123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154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evaluación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2514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 las 2:00 a. m. de un domingo detecto un ataque, ¿mi proveedor me atiende en 15 minutos o el lunes? Esa respuesta puede definir qué proveedor elegir.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589788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rápido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cloud broker y qué es un CASB?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41732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55448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64528" y="152704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amenaza, vulnerabilidad y riesgo con un ejemplo.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identidad federada? Dé un ejemplo.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310896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32461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64528" y="321868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ley protege los datos personales en Costa Rica y quién la supervisa?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criterios usaría para evaluar un proveedor?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233008" y="4800600"/>
            <a:ext cx="5410048" cy="1417320"/>
          </a:xfrm>
          <a:prstGeom prst="roundRect">
            <a:avLst>
              <a:gd name="adj" fmla="val 6452"/>
            </a:avLst>
          </a:prstGeom>
          <a:solidFill>
            <a:srgbClr val="13315C"/>
          </a:solidFill>
          <a:ln w="9525">
            <a:solidFill>
              <a:srgbClr val="2A4A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5888" y="493776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964528" y="4910328"/>
            <a:ext cx="449564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Mencione las 6 fases de respuesta a incidentes.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5029200" cy="50292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recordar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7498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= probabilidad × impacto; se evita, mitiga, transfiere o acepta.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es el nuevo perímetro: IAM, MFA, SSO y Zero Trust.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y leyes: saber dónde están los datos y quién responde.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proveedores con criterios y pesos, en especial la respuesta a incidentes.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Preparación, detección, contención, erradicación, recuperación y lecciones.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98545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RA3 · Operaciones de seguridad en la nube  ·  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RA3 Operaciones de seguridad en la nube</dc:title>
  <dc:subject>PptxGenJS Presentation</dc:subject>
  <dc:creator>Ciberseguridad 11°-3</dc:creator>
  <cp:lastModifiedBy>Ciberseguridad 11°-3</cp:lastModifiedBy>
  <cp:revision>1</cp:revision>
  <dcterms:created xsi:type="dcterms:W3CDTF">2026-09-29T14:49:32Z</dcterms:created>
  <dcterms:modified xsi:type="dcterms:W3CDTF">2026-09-29T14:49:32Z</dcterms:modified>
</cp:coreProperties>
</file>